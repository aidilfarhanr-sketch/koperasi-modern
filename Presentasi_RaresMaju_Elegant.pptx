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aresmaju_screens/01_beranda.png">    </p:cNvPr>
          <p:cNvPicPr>
            <a:picLocks noChangeAspect="1"/>
          </p:cNvPicPr>
          <p:nvPr/>
        </p:nvPicPr>
        <p:blipFill>
          <a:blip r:embed="rId1"/>
          <a:srcRect l="15774" r="15774" t="0" b="0"/>
          <a:stretch/>
        </p:blipFill>
        <p:spPr>
          <a:xfrm>
            <a:off x="6309360" y="685800"/>
            <a:ext cx="5257800" cy="4800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172200" y="502920"/>
            <a:ext cx="5577840" cy="5166360"/>
          </a:xfrm>
          <a:prstGeom prst="rect">
            <a:avLst/>
          </a:prstGeom>
          <a:solidFill>
            <a:srgbClr val="0B1220">
              <a:alpha val="65000"/>
            </a:srgbClr>
          </a:solidFill>
          <a:ln w="12700">
            <a:solidFill>
              <a:srgbClr val="31415E">
                <a:alpha val="55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94360" y="914400"/>
            <a:ext cx="1874520" cy="292608"/>
          </a:xfrm>
          <a:prstGeom prst="rect">
            <a:avLst/>
          </a:prstGeom>
          <a:solidFill>
            <a:srgbClr val="13243A">
              <a:alpha val="96000"/>
            </a:srgbClr>
          </a:solidFill>
          <a:ln>
            <a:solidFill>
              <a:srgbClr val="FBBF24">
                <a:alpha val="6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BBF24"/>
                </a:solidFill>
              </a:rPr>
              <a:t>PRESENTASI PROYEK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4360" y="1444752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30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594360" y="212140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 Koperasi Digital Modern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621792" y="2880360"/>
            <a:ext cx="4846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94A3B8"/>
                </a:solidFill>
              </a:rPr>
              <a:t>Front-end aesthetic, PHP API, database MySQL, login berbasis session, dan proses pinjaman dengan upload dokumen.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1792" y="4069080"/>
            <a:ext cx="1600200" cy="658368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HTML/JS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UI responsif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" y="4069080"/>
            <a:ext cx="45720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359152" y="4069080"/>
            <a:ext cx="1600200" cy="658368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PHP API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Real data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359152" y="4069080"/>
            <a:ext cx="45720" cy="6583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96512" y="4069080"/>
            <a:ext cx="1600200" cy="658368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MySQL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XAMPP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096512" y="4069080"/>
            <a:ext cx="45720" cy="65836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01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Gambaran Sistem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Ringkasan fungsi utama yang ditampilkan dalam presentasi.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353312"/>
            <a:ext cx="2514600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Landing Page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Beranda modern untuk branding koperasi digital.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353312"/>
            <a:ext cx="45720" cy="8412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0440" y="1353312"/>
            <a:ext cx="2514600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Login &amp; Register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Autentikasi user menggunakan session dan password_hash.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353312"/>
            <a:ext cx="45720" cy="8412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96312"/>
            <a:ext cx="2514600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Dashboard Admin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Monitoring anggota, simpanan, pinjaman, angsuran, SHU.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496312"/>
            <a:ext cx="45720" cy="8412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496312"/>
            <a:ext cx="2514600" cy="841248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Pinjaman Online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Pengajuan pinjaman dengan dokumen KTP/slip gaji.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20440" y="2496312"/>
            <a:ext cx="45720" cy="8412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pic>
        <p:nvPicPr>
          <p:cNvPr id="13" name="Image 0" descr="/mnt/data/raresmaju_screens/01_beranda.png">    </p:cNvPr>
          <p:cNvPicPr>
            <a:picLocks noChangeAspect="1"/>
          </p:cNvPicPr>
          <p:nvPr/>
        </p:nvPicPr>
        <p:blipFill>
          <a:blip r:embed="rId1"/>
          <a:srcRect l="11286" r="11286" t="0" b="0"/>
          <a:stretch/>
        </p:blipFill>
        <p:spPr>
          <a:xfrm>
            <a:off x="6446520" y="1024128"/>
            <a:ext cx="5074920" cy="40965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73952" y="5285232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Output utama: desain dark-blue elegant, glassmorphism, navbar rapi, CTA jelas, dan statistik koperasi di hero section.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Penggunaan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Flow sederhana dari user sampai admin melakukan review data.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502920" cy="502920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220"/>
                </a:solidFill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252728" y="1435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EF9"/>
                </a:solidFill>
              </a:rPr>
              <a:t>Beranda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52728" y="1828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User melihat informasi koperasi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154680" cy="0"/>
          </a:xfrm>
          <a:prstGeom prst="line">
            <a:avLst/>
          </a:prstGeom>
          <a:noFill/>
          <a:ln w="12700">
            <a:solidFill>
              <a:srgbClr val="31415E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1417320"/>
            <a:ext cx="502920" cy="502920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220"/>
                </a:solidFill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047488" y="1435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EF9"/>
                </a:solidFill>
              </a:rPr>
              <a:t>Masuk / Daftar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47488" y="1828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Akun tersimpan di tabel users &amp; members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2423160"/>
            <a:ext cx="3154680" cy="0"/>
          </a:xfrm>
          <a:prstGeom prst="line">
            <a:avLst/>
          </a:prstGeom>
          <a:noFill/>
          <a:ln w="12700">
            <a:solidFill>
              <a:srgbClr val="31415E">
                <a:alpha val="5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1417320"/>
            <a:ext cx="502920" cy="502920"/>
          </a:xfrm>
          <a:prstGeom prst="rect">
            <a:avLst/>
          </a:prstGeom>
          <a:solidFill>
            <a:srgbClr val="FBBF2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220"/>
                </a:solidFill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42248" y="14356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EF9"/>
                </a:solidFill>
              </a:rPr>
              <a:t>Dashboard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42248" y="18288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Data simpanan, pinjaman, SHU tampil dari API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75320" y="2423160"/>
            <a:ext cx="3154680" cy="0"/>
          </a:xfrm>
          <a:prstGeom prst="line">
            <a:avLst/>
          </a:prstGeom>
          <a:noFill/>
          <a:ln w="12700">
            <a:solidFill>
              <a:srgbClr val="31415E">
                <a:alpha val="5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83280"/>
            <a:ext cx="502920" cy="502920"/>
          </a:xfrm>
          <a:prstGeom prst="rect">
            <a:avLst/>
          </a:prstGeom>
          <a:solidFill>
            <a:srgbClr val="A78B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220"/>
                </a:solidFill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252728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EF9"/>
                </a:solidFill>
              </a:rPr>
              <a:t>Ajukan Pinjaman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52728" y="3794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Isi form dan upload dokumen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389120"/>
            <a:ext cx="3154680" cy="0"/>
          </a:xfrm>
          <a:prstGeom prst="line">
            <a:avLst/>
          </a:prstGeom>
          <a:noFill/>
          <a:ln w="12700">
            <a:solidFill>
              <a:srgbClr val="31415E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3383280"/>
            <a:ext cx="502920" cy="502920"/>
          </a:xfrm>
          <a:prstGeom prst="rect">
            <a:avLst/>
          </a:prstGeom>
          <a:solidFill>
            <a:srgbClr val="60A5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220"/>
                </a:solidFill>
              </a:rPr>
              <a:t>5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5047488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EF9"/>
                </a:solidFill>
              </a:rPr>
              <a:t>Review Admin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47488" y="3794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Admin melihat KTP / slip gaji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480560" y="4389120"/>
            <a:ext cx="3154680" cy="0"/>
          </a:xfrm>
          <a:prstGeom prst="line">
            <a:avLst/>
          </a:prstGeom>
          <a:noFill/>
          <a:ln w="12700">
            <a:solidFill>
              <a:srgbClr val="31415E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83880" y="3383280"/>
            <a:ext cx="502920" cy="502920"/>
          </a:xfrm>
          <a:prstGeom prst="rect">
            <a:avLst/>
          </a:prstGeom>
          <a:solidFill>
            <a:srgbClr val="F8717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1220"/>
                </a:solidFill>
              </a:rPr>
              <a:t>6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842248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5EEF9"/>
                </a:solidFill>
              </a:rPr>
              <a:t>Approve / Reject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42248" y="37947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Status dan transaksi diperbarui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75320" y="4389120"/>
            <a:ext cx="3154680" cy="0"/>
          </a:xfrm>
          <a:prstGeom prst="line">
            <a:avLst/>
          </a:prstGeom>
          <a:noFill/>
          <a:ln w="12700">
            <a:solidFill>
              <a:srgbClr val="31415E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5623560"/>
            <a:ext cx="5760720" cy="292608"/>
          </a:xfrm>
          <a:prstGeom prst="rect">
            <a:avLst/>
          </a:prstGeom>
          <a:solidFill>
            <a:srgbClr val="13243A">
              <a:alpha val="96000"/>
            </a:srgbClr>
          </a:solidFill>
          <a:ln>
            <a:solidFill>
              <a:srgbClr val="38BDF8">
                <a:alpha val="6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FOKUS PRESENTASI: CODE + DATABASE + OUTPUT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03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Arsitektur Sistem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Pembagian tanggung jawab: tampilan, API, database, dan upload dokumen.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pic>
        <p:nvPicPr>
          <p:cNvPr id="5" name="Image 0" descr="/mnt/data/raresmaju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45818"/>
            <a:ext cx="10927080" cy="20175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886200"/>
            <a:ext cx="2377440" cy="96012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Frontend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Koperasi_raresmaju.html berisi UI, handler event, fetch API, dan polling.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3886200"/>
            <a:ext cx="45720" cy="9601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37560" y="3886200"/>
            <a:ext cx="2377440" cy="96012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Backend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Folder api/*.php memproses auth, dashboard, anggota, simpanan, pinjaman.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37560" y="3886200"/>
            <a:ext cx="45720" cy="9601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0" y="3886200"/>
            <a:ext cx="2377440" cy="96012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Database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koperasi_raresmaju.sql membuat 10 tabel utama lengkap dengan foreign key.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0" y="3886200"/>
            <a:ext cx="45720" cy="9601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49640" y="3886200"/>
            <a:ext cx="2377440" cy="96012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Upload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File KTP dan slip gaji divalidasi lalu disimpan pada api/uploads.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549640" y="3886200"/>
            <a:ext cx="45720" cy="960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04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Database MySQL: koperasi_raresmaju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Relasi utama antar tabel: user, anggota, transaksi keuangan, pinjaman, dan dokumen.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pic>
        <p:nvPicPr>
          <p:cNvPr id="5" name="Image 0" descr="/mnt/data/raresmaju_e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56965"/>
            <a:ext cx="7863840" cy="49452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32520" y="1097280"/>
            <a:ext cx="2670048" cy="713232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10 Tabel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users, members, savings, loans, installments, shu_distributions, transactions, notifications, documents, activity_logs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732520" y="1097280"/>
            <a:ext cx="45720" cy="7132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732520" y="2057400"/>
            <a:ext cx="2670048" cy="713232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Relasi Utama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users → members → savings/loans/installments/documents/transactions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32520" y="2057400"/>
            <a:ext cx="45720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32520" y="3017520"/>
            <a:ext cx="2670048" cy="713232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Integritas Data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Foreign key menjaga data pinjaman, cicilan, dan anggota tetap konsisten.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732520" y="3017520"/>
            <a:ext cx="45720" cy="71323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3977640"/>
            <a:ext cx="2670048" cy="713232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Audit Trail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activity_logs mencatat aksi penting seperti login, pengajuan, approve, dan reject.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732520" y="3977640"/>
            <a:ext cx="45720" cy="713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Cuplikan Database Penting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Bagian SQL yang menunjukkan nama database, tabel login, dan relasi anggota.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097280"/>
            <a:ext cx="5806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koperasi_raresmaju.sql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5806440" cy="4160520"/>
          </a:xfrm>
          <a:prstGeom prst="rect">
            <a:avLst/>
          </a:prstGeom>
          <a:solidFill>
            <a:srgbClr val="060B14"/>
          </a:solidFill>
          <a:ln w="12700">
            <a:solidFill>
              <a:srgbClr val="2B395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IF NOT EXISTS koperasi_raresmaju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CHARACTER SET utf8mb4 COLLATE utf8mb4_unicode_ci;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users 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UNSIGNED NOT NULL AUTO_INCREMENT,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username VARCHAR(50) NOT NULL,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VARCHAR(100) NOT NULL,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password_hash VARCHAR(255) NOT NULL,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 ENUM('admin','member','pengurus') NOT NULL DEFAULT 'member',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is_active TINYINT(1) NOT NULL DEFAULT 1,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PRIMARY KEY (id),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KEY uq_users_username (username),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UNIQUE KEY uq_users_email (email)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members 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INT UNSIGNED NOT NULL AUTO_INCREMENT,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INT UNSIGNED NOT NULL,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nomor_anggota VARCHAR(20) NOT NULL,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nama_lengkap VARCHAR(150) NOT NULL,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nik VARCHAR(16) NOT NULL,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CONSTRAINT fk_members_user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(user_id) REFERENCES users(id)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812280" y="1508760"/>
            <a:ext cx="4343400" cy="82296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Kenapa penting?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Database sudah dipisah dari HTML sehingga aplikasi dapat memakai real live data dari MySQL.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508760"/>
            <a:ext cx="4572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2798064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59752" y="2788920"/>
            <a:ext cx="42062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EF9"/>
                </a:solidFill>
              </a:rPr>
              <a:t>users menyimpan akun dan role login.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03720" y="323697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59752" y="3227832"/>
            <a:ext cx="42062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EF9"/>
                </a:solidFill>
              </a:rPr>
              <a:t>members menyimpan profil anggota koperasi.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903720" y="367588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59752" y="3666744"/>
            <a:ext cx="42062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EF9"/>
                </a:solidFill>
              </a:rPr>
              <a:t>Relasi user_id memastikan satu akun terhubung ke satu profil.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03720" y="411480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59752" y="4105656"/>
            <a:ext cx="420624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EF9"/>
                </a:solidFill>
              </a:rPr>
              <a:t>utf8mb4 aman untuk karakter Indonesia dan emoji pada catatan.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Cuplikan Code Backend: Koneksi &amp; Login Aman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PHP API memakai PDO, session, dan password_verify untuk autentikasi.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0332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api/config.php + api/auth.php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5943600" cy="4160520"/>
          </a:xfrm>
          <a:prstGeom prst="rect">
            <a:avLst/>
          </a:prstGeom>
          <a:solidFill>
            <a:srgbClr val="060B14"/>
          </a:solidFill>
          <a:ln w="12700">
            <a:solidFill>
              <a:srgbClr val="2B395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db(): PDO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static $pdo = null;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($pdo instanceof PDO) return $pdo;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$dsn = 'mysql:host=' . DB_HOST . ';port=' . DB_PORT .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';dbname=' . DB_NAME . ';charset=utf8mb4';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$pdo = new PDO($dsn, DB_USER, DB_PASS, 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PDO::ATTR_ERRMODE =&gt; PDO::ERRMODE_EXCEPTION,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PDO::ATTR_DEFAULT_FETCH_MODE =&gt; PDO::FETCH_ASSOC,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PDO::ATTR_EMULATE_PREPARES =&gt; false,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$pdo;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db()-&gt;prepare(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"SELECT * FROM users WHERE (username=? OR email=?) AND is_active=1 LIMIT 1"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$stmt-&gt;execute([$username, $username]);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$u = $stmt-&gt;fetch();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$valid = password_verify($password, $u['password_hash']);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949440" y="1463040"/>
            <a:ext cx="4069080" cy="82296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Security Point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Password tidak disimpan plaintext, tetapi sebagai password_hash bcrypt.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49440" y="1463040"/>
            <a:ext cx="4572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2514600"/>
            <a:ext cx="4069080" cy="82296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Session Login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Setelah login sukses, user_id disimpan di $_SESSION untuk akses API.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0" y="2514600"/>
            <a:ext cx="4572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3566160"/>
            <a:ext cx="4069080" cy="82296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Prepared Statement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Query menggunakan prepare + execute agar lebih aman dari SQL injection.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49440" y="3566160"/>
            <a:ext cx="45720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07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Cuplikan Code Frontend: API Call &amp; Realtime Polling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HTML/JS mengambil data API secara berkala untuk memperbarui dashboard.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033272"/>
            <a:ext cx="5989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Koperasi_raresmaju.html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5989320" cy="4343400"/>
          </a:xfrm>
          <a:prstGeom prst="rect">
            <a:avLst/>
          </a:prstGeom>
          <a:solidFill>
            <a:srgbClr val="060B14"/>
          </a:solidFill>
          <a:ln w="12700">
            <a:solidFill>
              <a:srgbClr val="2B395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apiCall(endpoint, method = 'GET', body = null)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options =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credentials: 'include',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headers: { 'Content-Type': 'application/json' },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(body) options.body = JSON.stringify(body);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res = await fetch(API_BASE + '/' + endpoint, options);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data = await res.json();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(res.status === 401)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showToast('error', 'Sesi Habis', 'Silakan login kembali');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showPage('auth');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switchTab('login');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stopRealtimePolling();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data;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startRealtimePolling()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stopRealtimePolling(false);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realtimePollingTimer = setInterval(pollRealtime, REALTIME_POLL_INTERVAL_MS);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995160" y="1508760"/>
            <a:ext cx="4069080" cy="86868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Real Live Data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UI tidak lagi bergantung pada database di HTML, tetapi fetch ke endpoint PHP.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995160" y="1508760"/>
            <a:ext cx="45720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2606040"/>
            <a:ext cx="4069080" cy="86868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Session-Aware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credentials: include menjaga cookie session tetap terbawa pada request API.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95160" y="2606040"/>
            <a:ext cx="45720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5160" y="3703320"/>
            <a:ext cx="4069080" cy="86868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Auto Refresh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Polling memperbarui dashboard/panel aktif tanpa reload halaman.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95160" y="3703320"/>
            <a:ext cx="45720" cy="8686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08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Cuplikan Code Pinjaman &amp; Upload Dokumen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Pengajuan pinjaman tersimpan ke tabel loans dan dokumen masuk ke tabel documents.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033272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api/loans.php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353312"/>
            <a:ext cx="6217920" cy="4343400"/>
          </a:xfrm>
          <a:prstGeom prst="rect">
            <a:avLst/>
          </a:prstGeom>
          <a:solidFill>
            <a:srgbClr val="060B14"/>
          </a:solidFill>
          <a:ln w="12700">
            <a:solidFill>
              <a:srgbClr val="2B395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db()-&gt;prepare("INSERT INTO loans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(member_id, nomor_pinjaman, jumlah_pinjaman, jumlah_diajukan,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bunga_rate, tenor, cicilan_per_bulan, total_kewajiban,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outstanding, tujuan_pinjaman, jaminan, tanggal_pengajuan, status)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VALUES (?, ?, ?, ?, ?, ?, ?, ?, ?, ?, ?, CURDATE(), 'Menunggu')");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$memberId, $nomor, $jumlah, $jumlah, $rate, $tenor, $monthly,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$monthly * $tenor, $jumlah, $in['tujuan_pinjaman'], $in['jaminan']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$loanId = (int) db()-&gt;lastInsertId();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upload_doc($memberId, $loanId, 'loans', 'ktp', 'KTP');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upload_doc($memberId, $loanId, 'loans', 'slip_gaji', 'Slip Gaji');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ok(['id' =&gt; $loanId, 'nomor_pinjaman' =&gt; $nomor],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'Pengajuan pinjaman berhasil dikirim');</a:t>
            </a:r>
            <a:endParaRPr lang="en-US" sz="1020" dirty="0"/>
          </a:p>
        </p:txBody>
      </p:sp>
      <p:pic>
        <p:nvPicPr>
          <p:cNvPr id="7" name="Image 0" descr="/mnt/data/raresmaju_screens/04_pengajuan_pinjaman.png">    </p:cNvPr>
          <p:cNvPicPr>
            <a:picLocks noChangeAspect="1"/>
          </p:cNvPicPr>
          <p:nvPr/>
        </p:nvPicPr>
        <p:blipFill>
          <a:blip r:embed="rId1"/>
          <a:srcRect l="15000" r="15000" t="0" b="0"/>
          <a:stretch/>
        </p:blipFill>
        <p:spPr>
          <a:xfrm>
            <a:off x="7360920" y="1234440"/>
            <a:ext cx="3840480" cy="3429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88352" y="48463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94A3B8"/>
                </a:solidFill>
              </a:rPr>
              <a:t>Output form: data pribadi, data pinjaman, tenor, tujuan, keterangan, dan tombol kirim pengajuan.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09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Hasil Output: Beranda &amp; Login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Tampilan yang akan dilihat user sebelum masuk ke dashboard.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pic>
        <p:nvPicPr>
          <p:cNvPr id="5" name="Image 0" descr="/mnt/data/raresmaju_screens/01_beranda.png">    </p:cNvPr>
          <p:cNvPicPr>
            <a:picLocks noChangeAspect="1"/>
          </p:cNvPicPr>
          <p:nvPr/>
        </p:nvPicPr>
        <p:blipFill>
          <a:blip r:embed="rId1"/>
          <a:srcRect l="6985" r="6985" t="0" b="0"/>
          <a:stretch/>
        </p:blipFill>
        <p:spPr>
          <a:xfrm>
            <a:off x="594360" y="1234440"/>
            <a:ext cx="5349240" cy="3886200"/>
          </a:xfrm>
          <a:prstGeom prst="rect">
            <a:avLst/>
          </a:prstGeom>
        </p:spPr>
      </p:pic>
      <p:pic>
        <p:nvPicPr>
          <p:cNvPr id="6" name="Image 1" descr="/mnt/data/raresmaju_screens/02_login.png">    </p:cNvPr>
          <p:cNvPicPr>
            <a:picLocks noChangeAspect="1"/>
          </p:cNvPicPr>
          <p:nvPr/>
        </p:nvPicPr>
        <p:blipFill>
          <a:blip r:embed="rId2"/>
          <a:srcRect l="6985" r="6985" t="0" b="0"/>
          <a:stretch/>
        </p:blipFill>
        <p:spPr>
          <a:xfrm>
            <a:off x="6263640" y="1234440"/>
            <a:ext cx="5349240" cy="3886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53492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EF9"/>
                </a:solidFill>
              </a:rPr>
              <a:t>Beranda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263640" y="53492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5EEF9"/>
                </a:solidFill>
              </a:rPr>
              <a:t>Login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Hasil Output: Dashboard &amp; Pengajuan Pinjaman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Tampilan setelah login dan proses input pinjaman user.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pic>
        <p:nvPicPr>
          <p:cNvPr id="5" name="Image 0" descr="/mnt/data/raresmaju_screens/03_dashboard.png">    </p:cNvPr>
          <p:cNvPicPr>
            <a:picLocks noChangeAspect="1"/>
          </p:cNvPicPr>
          <p:nvPr/>
        </p:nvPicPr>
        <p:blipFill>
          <a:blip r:embed="rId1"/>
          <a:srcRect l="12121" r="12121" t="0" b="0"/>
          <a:stretch/>
        </p:blipFill>
        <p:spPr>
          <a:xfrm>
            <a:off x="594360" y="1024128"/>
            <a:ext cx="5486400" cy="4526280"/>
          </a:xfrm>
          <a:prstGeom prst="rect">
            <a:avLst/>
          </a:prstGeom>
        </p:spPr>
      </p:pic>
      <p:pic>
        <p:nvPicPr>
          <p:cNvPr id="6" name="Image 1" descr="/mnt/data/raresmaju_screens/04_pengajuan_pinjaman.png">    </p:cNvPr>
          <p:cNvPicPr>
            <a:picLocks noChangeAspect="1"/>
          </p:cNvPicPr>
          <p:nvPr/>
        </p:nvPicPr>
        <p:blipFill>
          <a:blip r:embed="rId2"/>
          <a:srcRect l="14646" r="14646" t="0" b="0"/>
          <a:stretch/>
        </p:blipFill>
        <p:spPr>
          <a:xfrm>
            <a:off x="6400800" y="1024128"/>
            <a:ext cx="5120640" cy="45262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" y="565099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Dashboard admin dengan menu anggota, simpanan, pinjaman, angsuran, SHU, laporan, notifikasi, dan pengaturan.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6473952" y="56509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Form pengajuan pinjaman tampil sebagai modal modern dengan validasi input dan upload dokumen.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EEF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Setup, Testing, dan Kesimpulan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85216" y="7589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Cara menjalankan project dan poin akhir yang bisa disampaikan saat presentasi.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0012680" y="384048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50" b="1" dirty="0">
                <a:solidFill>
                  <a:srgbClr val="38BDF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RaresMaju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1161288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README_CARA_RUNNING.txt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481328"/>
            <a:ext cx="4892040" cy="3913632"/>
          </a:xfrm>
          <a:prstGeom prst="rect">
            <a:avLst/>
          </a:prstGeom>
          <a:solidFill>
            <a:srgbClr val="060B14"/>
          </a:solidFill>
          <a:ln w="12700">
            <a:solidFill>
              <a:srgbClr val="2B3953"/>
            </a:solidFill>
          </a:ln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Pindahkan folder raresmaju ke: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C:\xampp\htdocs\raresmaju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Import database: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koperasi_raresmaju.sql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Test API: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http://localhost/raresmaju/api/health.php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Buka aplikasi: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http://localhost/raresmaju/Koperasi_raresmaju.html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Akun bawaan: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admin / Password123!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DDEA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budi_s / Password123!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5989320" y="1417320"/>
            <a:ext cx="4846320" cy="82296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Kesimpulan 1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Sistem sudah memakai arsitektur terpisah: UI, PHP API, dan MySQL.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89320" y="1417320"/>
            <a:ext cx="45720" cy="8229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2496312"/>
            <a:ext cx="4846320" cy="82296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Kesimpulan 2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Database mencakup modul inti koperasi: anggota, simpanan, pinjaman, cicilan, SHU, transaksi, dokumen, dan log aktivitas.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89320" y="2496312"/>
            <a:ext cx="45720" cy="822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3575304"/>
            <a:ext cx="4846320" cy="822960"/>
          </a:xfrm>
          <a:prstGeom prst="rect">
            <a:avLst/>
          </a:prstGeom>
          <a:solidFill>
            <a:srgbClr val="172033"/>
          </a:solidFill>
          <a:ln w="12700">
            <a:solidFill>
              <a:srgbClr val="31415E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5EEF9"/>
                </a:solidFill>
              </a:rPr>
              <a:t>Kesimpulan 3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Output terlihat modern, responsive, dan siap dikembangkan menjadi sistem production dengan validasi dan laporan lebih lengkap.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3575304"/>
            <a:ext cx="45720" cy="8229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60920" y="4983480"/>
            <a:ext cx="2468880" cy="292608"/>
          </a:xfrm>
          <a:prstGeom prst="rect">
            <a:avLst/>
          </a:prstGeom>
          <a:solidFill>
            <a:srgbClr val="13243A">
              <a:alpha val="96000"/>
            </a:srgbClr>
          </a:solidFill>
          <a:ln>
            <a:solidFill>
              <a:srgbClr val="A78BFA">
                <a:alpha val="6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TERIMA KASIH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1018520" y="641908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" y="6355080"/>
            <a:ext cx="10424160" cy="0"/>
          </a:xfrm>
          <a:prstGeom prst="line">
            <a:avLst/>
          </a:prstGeom>
          <a:noFill/>
          <a:ln w="7620">
            <a:solidFill>
              <a:srgbClr val="31415E">
                <a:alpha val="65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RaresMaju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RaresMaju - Sistem Koperasi Digital</dc:title>
  <dc:subject>Presentasi Sistem Koperasi Digital RaresMaju</dc:subject>
  <dc:creator>RaresMaju</dc:creator>
  <cp:lastModifiedBy>RaresMaju</cp:lastModifiedBy>
  <cp:revision>1</cp:revision>
  <dcterms:created xsi:type="dcterms:W3CDTF">2026-05-19T11:27:33Z</dcterms:created>
  <dcterms:modified xsi:type="dcterms:W3CDTF">2026-05-19T11:27:33Z</dcterms:modified>
</cp:coreProperties>
</file>